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1062" y="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200"/>
            <a:ext cx="16256000" cy="92202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200"/>
            <a:ext cx="16256000" cy="9220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8600"/>
            <a:ext cx="16256000" cy="9372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400"/>
            <a:ext cx="16256000" cy="929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Personalizzato</PresentationFormat>
  <Paragraphs>0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Massimiliano Crespi</cp:lastModifiedBy>
  <cp:revision>3</cp:revision>
  <dcterms:created xsi:type="dcterms:W3CDTF">2006-08-16T00:00:00Z</dcterms:created>
  <dcterms:modified xsi:type="dcterms:W3CDTF">2026-03-08T08:01:30Z</dcterms:modified>
</cp:coreProperties>
</file>